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70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12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182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42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23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11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03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21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14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67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59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56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ED088-328F-4368-8C3B-B557A37EF23A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A7C81-3FB8-4669-A0F4-0ACA73340A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80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:\ZZZ\Cours TD TP\2025 - 2026\S2 - Introduction à IA\Icone Bejaia\Sans titre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" y="16182"/>
            <a:ext cx="3573260" cy="17676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478375" y="1783112"/>
            <a:ext cx="7550046" cy="107721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3200" b="1" dirty="0" smtClean="0"/>
              <a:t>Computer Science </a:t>
            </a:r>
            <a:r>
              <a:rPr lang="fr-FR" sz="3200" b="1" dirty="0" err="1" smtClean="0"/>
              <a:t>Department</a:t>
            </a:r>
            <a:endParaRPr lang="fr-FR" sz="3200" b="1" dirty="0" smtClean="0"/>
          </a:p>
          <a:p>
            <a:pPr algn="ctr"/>
            <a:r>
              <a:rPr lang="en-US" sz="3200" b="1" dirty="0" smtClean="0"/>
              <a:t>First year of Bachelor's degree</a:t>
            </a:r>
            <a:endParaRPr lang="fr-FR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1723869" y="3004497"/>
            <a:ext cx="92789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000" b="1" dirty="0" smtClean="0">
                <a:solidFill>
                  <a:srgbClr val="C00000"/>
                </a:solidFill>
              </a:rPr>
              <a:t>Prolog</a:t>
            </a:r>
          </a:p>
          <a:p>
            <a:pPr algn="ctr"/>
            <a:r>
              <a:rPr lang="fr-FR" sz="4000" b="1" dirty="0">
                <a:solidFill>
                  <a:srgbClr val="C00000"/>
                </a:solidFill>
              </a:rPr>
              <a:t>Basic </a:t>
            </a:r>
            <a:r>
              <a:rPr lang="fr-FR" sz="4000" b="1" dirty="0" smtClean="0">
                <a:solidFill>
                  <a:srgbClr val="C00000"/>
                </a:solidFill>
              </a:rPr>
              <a:t>Concepts</a:t>
            </a:r>
          </a:p>
          <a:p>
            <a:pPr algn="ctr"/>
            <a:r>
              <a:rPr lang="fr-FR" sz="4000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of </a:t>
            </a:r>
            <a:r>
              <a:rPr lang="fr-FR" sz="4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PROLOG</a:t>
            </a:r>
            <a:r>
              <a:rPr lang="fr-FR" sz="4000" dirty="0"/>
              <a:t>: </a:t>
            </a:r>
            <a:r>
              <a:rPr lang="fr-FR" sz="4000" b="1" dirty="0" smtClean="0"/>
              <a:t>ARTIFICIAL INTELLIGENCE (AI)</a:t>
            </a:r>
            <a:endParaRPr lang="fr-FR" sz="4000" b="1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4660" y="5369347"/>
            <a:ext cx="43571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Dr Zair BOUZIDI</a:t>
            </a:r>
          </a:p>
          <a:p>
            <a:r>
              <a:rPr lang="fr-FR" sz="2800" b="1" dirty="0" smtClean="0"/>
              <a:t>zair.bouzidi@univ-bejaia.dz</a:t>
            </a:r>
            <a:endParaRPr lang="fr-FR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8679305" y="6355830"/>
            <a:ext cx="32078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err="1" smtClean="0"/>
              <a:t>Academic</a:t>
            </a:r>
            <a:r>
              <a:rPr lang="fr-FR" sz="2000" b="1" dirty="0" smtClean="0"/>
              <a:t> </a:t>
            </a:r>
            <a:r>
              <a:rPr lang="fr-FR" sz="2000" b="1" dirty="0" err="1" smtClean="0"/>
              <a:t>year</a:t>
            </a:r>
            <a:r>
              <a:rPr lang="fr-FR" sz="2000" b="1" dirty="0" smtClean="0"/>
              <a:t> : 2025 - 2026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11920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282" y="289608"/>
            <a:ext cx="990849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--- </a:t>
            </a:r>
            <a:r>
              <a:rPr lang="fr-FR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r>
              <a:rPr lang="fr-FR" sz="4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fr-FR" sz="4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4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fr-FR" sz="4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fr-FR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 </a:t>
            </a:r>
            <a:r>
              <a:rPr lang="fr-FR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Ines</a:t>
            </a:r>
            <a:r>
              <a:rPr lang="fr-FR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carrots</a:t>
            </a:r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ines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carrots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Karim </a:t>
            </a:r>
            <a:r>
              <a:rPr lang="fr-FR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oranges</a:t>
            </a:r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4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karim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oranges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51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8572" y="535979"/>
            <a:ext cx="8314544" cy="8710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% ---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fruits.</a:t>
            </a:r>
          </a:p>
          <a:p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fruit(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Oranges are fruits.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fruit(oranges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Carrots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carrots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being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(Person) 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(Person, Food),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fruit(Food).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88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813" y="176219"/>
            <a:ext cx="11692327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% ---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fruit(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fruit(oranges).</a:t>
            </a:r>
          </a:p>
          <a:p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carrots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---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being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(Person) :- </a:t>
            </a:r>
            <a:r>
              <a:rPr lang="fr-FR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(Person, Food),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fruit(Food).</a:t>
            </a: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fruit.</a:t>
            </a:r>
          </a:p>
        </p:txBody>
      </p:sp>
    </p:spTree>
    <p:extLst>
      <p:ext uri="{BB962C8B-B14F-4D97-AF65-F5344CB8AC3E}">
        <p14:creationId xmlns:p14="http://schemas.microsoft.com/office/powerpoint/2010/main" val="370198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4813" y="1118140"/>
            <a:ext cx="1205209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(Person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):-</a:t>
            </a:r>
          </a:p>
          <a:p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(Person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Food),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fruit(Food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fruit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99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423092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?- </a:t>
            </a:r>
            <a:r>
              <a:rPr lang="fr-F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Adam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Karim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fruit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Karim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oranges → fruit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Inès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carrots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vegetable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3929" y="734527"/>
            <a:ext cx="100134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 to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?-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Pedagogical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Prolog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</a:t>
            </a:r>
          </a:p>
          <a:p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- </a:t>
            </a:r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- </a:t>
            </a:r>
            <a:r>
              <a:rPr lang="fr-F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fruits? - fruit(X).</a:t>
            </a:r>
          </a:p>
        </p:txBody>
      </p:sp>
    </p:spTree>
    <p:extLst>
      <p:ext uri="{BB962C8B-B14F-4D97-AF65-F5344CB8AC3E}">
        <p14:creationId xmlns:p14="http://schemas.microsoft.com/office/powerpoint/2010/main" val="88540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793" y="298688"/>
            <a:ext cx="11482467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?-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Adam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fruits are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curriculum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fruits are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curriculum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?- fruit(X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oranges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🎓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Slightly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 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:- fruit(X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 :-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vegetable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(X).</a:t>
            </a:r>
          </a:p>
        </p:txBody>
      </p:sp>
    </p:spTree>
    <p:extLst>
      <p:ext uri="{BB962C8B-B14F-4D97-AF65-F5344CB8AC3E}">
        <p14:creationId xmlns:p14="http://schemas.microsoft.com/office/powerpoint/2010/main" val="92844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80" y="885618"/>
            <a:ext cx="1229193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Adam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apples</a:t>
            </a:r>
            <a:r>
              <a:rPr lang="fr-FR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Inès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likes carrots.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Karim likes oranges.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Apples are fruits.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Oranges are fruits.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Carrots are vegetables.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who like fruit are healthy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37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892" y="1311241"/>
            <a:ext cx="1188719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Questions: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Formalize these facts and rules in PROLOG.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query to find out who is healthy?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the query to find out who likes apples?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How can we find out which fruits the program knows?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6201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437</Words>
  <Application>Microsoft Office PowerPoint</Application>
  <PresentationFormat>Grand écran</PresentationFormat>
  <Paragraphs>96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4</cp:revision>
  <dcterms:created xsi:type="dcterms:W3CDTF">2026-02-28T06:23:43Z</dcterms:created>
  <dcterms:modified xsi:type="dcterms:W3CDTF">2026-02-28T07:29:13Z</dcterms:modified>
</cp:coreProperties>
</file>